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8" r:id="rId1"/>
  </p:sldMasterIdLst>
  <p:sldIdLst>
    <p:sldId id="256" r:id="rId2"/>
    <p:sldId id="257" r:id="rId3"/>
    <p:sldId id="258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24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211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423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178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716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25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729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036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251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208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985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3536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4988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3938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0253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3637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3528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13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320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  <p:sldLayoutId id="2147483764" r:id="rId16"/>
    <p:sldLayoutId id="214748376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dirty="0"/>
              <a:t>Student Feedback Sentiment Analysis System</a:t>
            </a:r>
          </a:p>
          <a:p>
            <a:r>
              <a:rPr dirty="0"/>
              <a:t>A Role-Based Web Application using NLP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489634"/>
              </p:ext>
            </p:extLst>
          </p:nvPr>
        </p:nvGraphicFramePr>
        <p:xfrm>
          <a:off x="1216057" y="2667786"/>
          <a:ext cx="6909847" cy="24886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8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3932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Hall Ticket 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6881">
                <a:tc>
                  <a:txBody>
                    <a:bodyPr/>
                    <a:lstStyle/>
                    <a:p>
                      <a:r>
                        <a:rPr dirty="0"/>
                        <a:t>V. Gagan Chandra Teja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2403A5222</a:t>
                      </a:r>
                      <a:r>
                        <a:rPr lang="en-US" dirty="0"/>
                        <a:t>2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932">
                <a:tc>
                  <a:txBody>
                    <a:bodyPr/>
                    <a:lstStyle/>
                    <a:p>
                      <a:r>
                        <a:rPr dirty="0"/>
                        <a:t>T. Ganesh Reddy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2403A5223</a:t>
                      </a:r>
                      <a:r>
                        <a:rPr lang="en-US" dirty="0"/>
                        <a:t>3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932">
                <a:tc>
                  <a:txBody>
                    <a:bodyPr/>
                    <a:lstStyle/>
                    <a:p>
                      <a:r>
                        <a:t>Sadam Sathwik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2403A52245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feedback analysis is slow and inefficient</a:t>
            </a:r>
          </a:p>
          <a:p>
            <a:r>
              <a:t>Difficult to summarize large amounts of feedback</a:t>
            </a:r>
          </a:p>
          <a:p>
            <a:r>
              <a:t>No automatic sentiment classification</a:t>
            </a:r>
          </a:p>
          <a:p>
            <a:r>
              <a:t>No structured role-based access system</a:t>
            </a:r>
          </a:p>
          <a:p>
            <a:r>
              <a:t>Hard to identify overall student satisfaction</a:t>
            </a:r>
          </a:p>
          <a:p>
            <a:r>
              <a:t>A smart automated system is required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 student feedback analysis</a:t>
            </a:r>
          </a:p>
          <a:p>
            <a:r>
              <a:t>Classify feedback into Positive, Negative, Neutral</a:t>
            </a:r>
          </a:p>
          <a:p>
            <a:r>
              <a:t>Implement secure role-based login system</a:t>
            </a:r>
          </a:p>
          <a:p>
            <a:r>
              <a:t>Provide dashboard for teachers and administrators</a:t>
            </a:r>
          </a:p>
          <a:p>
            <a:r>
              <a:t>Visualize feedback using charts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👨‍🎓 Student Login </a:t>
            </a:r>
          </a:p>
          <a:p>
            <a:pPr marL="0" indent="0">
              <a:buNone/>
            </a:pPr>
            <a:r>
              <a:rPr lang="en-IN" dirty="0"/>
              <a:t>Can submit feedback Cannot view analytics Cannot view other students’ feedback </a:t>
            </a:r>
          </a:p>
          <a:p>
            <a:r>
              <a:rPr lang="en-IN" dirty="0"/>
              <a:t>👩‍🏫 Teacher Login </a:t>
            </a:r>
          </a:p>
          <a:p>
            <a:r>
              <a:rPr lang="en-IN" dirty="0"/>
              <a:t>Can view subject-wise analytics Cannot edit feedback</a:t>
            </a:r>
          </a:p>
          <a:p>
            <a:r>
              <a:rPr lang="en-IN" dirty="0"/>
              <a:t> 🏫 Admin Login </a:t>
            </a:r>
          </a:p>
          <a:p>
            <a:r>
              <a:rPr lang="en-IN" dirty="0"/>
              <a:t>Full dashboard access Can export reports Can manage users 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Python, HTML, CSS, JavaScript</a:t>
            </a:r>
          </a:p>
          <a:p>
            <a:r>
              <a:rPr dirty="0"/>
              <a:t>Flask Framework</a:t>
            </a:r>
          </a:p>
          <a:p>
            <a:r>
              <a:rPr dirty="0"/>
              <a:t>Chart.js</a:t>
            </a:r>
          </a:p>
          <a:p>
            <a:r>
              <a:rPr dirty="0"/>
              <a:t>SQLite Database</a:t>
            </a:r>
          </a:p>
          <a:p>
            <a:r>
              <a:rPr lang="en-IN" dirty="0"/>
              <a:t>NLTK (Natural Language Toolkit) 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Login → Role Verification</a:t>
            </a:r>
          </a:p>
          <a:p>
            <a:r>
              <a:t>Student → Feedback Page</a:t>
            </a:r>
          </a:p>
          <a:p>
            <a:r>
              <a:t>Teacher → Analytics Dashboard</a:t>
            </a:r>
          </a:p>
          <a:p>
            <a:r>
              <a:t>Admin → Full Control Panel</a:t>
            </a:r>
          </a:p>
          <a:p>
            <a:r>
              <a:t>Backend: Flask + NLP + SQLite</a:t>
            </a:r>
          </a:p>
          <a:p>
            <a:r>
              <a:t>Frontend: Interactive Dashboard + Charts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 Table: id, username, password, role</a:t>
            </a:r>
          </a:p>
          <a:p>
            <a:r>
              <a:t>Feedback Table: id, student_id, subject, feedback_text, sentiment, score, date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logs in</a:t>
            </a:r>
          </a:p>
          <a:p>
            <a:r>
              <a:t>Role is verified</a:t>
            </a:r>
          </a:p>
          <a:p>
            <a:r>
              <a:t>Student submits feedback</a:t>
            </a:r>
          </a:p>
          <a:p>
            <a:r>
              <a:t>Backend analyzes sentiment</a:t>
            </a:r>
          </a:p>
          <a:p>
            <a:r>
              <a:t>Data stored in database</a:t>
            </a:r>
          </a:p>
          <a:p>
            <a:r>
              <a:t>Dashboard updates automatically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sentiment analysis</a:t>
            </a:r>
          </a:p>
          <a:p>
            <a:r>
              <a:t>Pie chart visualization</a:t>
            </a:r>
          </a:p>
          <a:p>
            <a:r>
              <a:t>Percentage summary</a:t>
            </a:r>
          </a:p>
          <a:p>
            <a:r>
              <a:t>Role-based access control</a:t>
            </a:r>
          </a:p>
          <a:p>
            <a:r>
              <a:t>Secure database storage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authentication</a:t>
            </a:r>
          </a:p>
          <a:p>
            <a:r>
              <a:t>Role-based authorization</a:t>
            </a:r>
          </a:p>
          <a:p>
            <a:r>
              <a:t>Restricted dashboard access</a:t>
            </a:r>
          </a:p>
          <a:p>
            <a:r>
              <a:t>Data privacy protection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Upgrade to BERT (Transformer Model)</a:t>
            </a:r>
          </a:p>
          <a:p>
            <a:r>
              <a:t>Trend analysis over time</a:t>
            </a:r>
          </a:p>
          <a:p>
            <a:r>
              <a:t>Cloud deployment</a:t>
            </a:r>
          </a:p>
          <a:p>
            <a:r>
              <a:t>Mobile application version</a:t>
            </a:r>
          </a:p>
          <a:p>
            <a:r>
              <a:t>Advanced analytics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Successfully developed NLP-based feedback system</a:t>
            </a:r>
          </a:p>
          <a:p>
            <a:r>
              <a:t>Automated manual feedback analysis</a:t>
            </a:r>
          </a:p>
          <a:p>
            <a:r>
              <a:t>Improved institutional decision-making</a:t>
            </a:r>
          </a:p>
          <a:p>
            <a:r>
              <a:t>Scalable and secure for real-world use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118</TotalTime>
  <Words>312</Words>
  <Application>Microsoft Office PowerPoint</Application>
  <PresentationFormat>On-screen Show (4:3)</PresentationFormat>
  <Paragraphs>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 Boardroom</vt:lpstr>
      <vt:lpstr> Student Feedback Sentiment Analysis System A Role-Based Web Application using NLP</vt:lpstr>
      <vt:lpstr>Problem Statement</vt:lpstr>
      <vt:lpstr>Objectives</vt:lpstr>
      <vt:lpstr>Stakeholders</vt:lpstr>
      <vt:lpstr>Technologies Used</vt:lpstr>
      <vt:lpstr>System Architecture</vt:lpstr>
      <vt:lpstr>Database Design</vt:lpstr>
      <vt:lpstr>Working Flow</vt:lpstr>
      <vt:lpstr>Application Features</vt:lpstr>
      <vt:lpstr>Security Features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Thouti Reddy Rakesh</dc:creator>
  <cp:keywords/>
  <dc:description>generated using python-pptx</dc:description>
  <cp:lastModifiedBy>thoutireddy Rakesh Reddy</cp:lastModifiedBy>
  <cp:revision>3</cp:revision>
  <dcterms:created xsi:type="dcterms:W3CDTF">2013-01-27T09:14:16Z</dcterms:created>
  <dcterms:modified xsi:type="dcterms:W3CDTF">2026-02-19T05:21:56Z</dcterms:modified>
  <cp:category/>
</cp:coreProperties>
</file>